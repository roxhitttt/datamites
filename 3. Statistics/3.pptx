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Q-Q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Quantile-Quantile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4612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73152" cy="19202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0078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What is Q-Q?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281307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Q-Q means Quantile-Quantile. </a:t>
            </a:r>
            <a:br>
              <a:rPr lang="en-IN" dirty="0"/>
            </a:b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It compares actual data quantiles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with theoretical quantiles.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24612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192024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0078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Main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76272"/>
            <a:ext cx="2682594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Used to check whether data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approximately follows a normal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24612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73152" cy="192024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0078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Key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76272"/>
            <a:ext cx="295959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Points close to the reference line →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 approximately normal.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251960"/>
            <a:ext cx="850392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432511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Q-Q Plot = Actual Quantiles vs Theoretical Quantiles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What Does a Q-Q Plot Compare?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23774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X-axis: Theoretical Quantiles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53957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Values expected from a chosen theoretical distribution,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commonly the normal 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73152" cy="237744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007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Y-axis: Sample Quantiles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76272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Quantiles calculated from the actual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4800600"/>
            <a:ext cx="914400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19" y="4873752"/>
            <a:ext cx="8869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Normal Q-Q Plot → Theoretical Normal Quantiles vs Sample Quantiles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How to Read a Q-Q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74519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Points close to the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84632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The data is approximately normally distributed.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874519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E4646"/>
                </a:solidFill>
              </a:defRPr>
            </a:pPr>
            <a:r>
              <a:t>Points curve 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4632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The data deviates from normality.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160520"/>
            <a:ext cx="813816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423367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Ask: Do the points reasonably follow the reference line?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Case 1: Approximately Normal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2004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Histogram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8463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Approximately bell-shaped distribution.</a:t>
            </a:r>
            <a:br/>
            <a:br/>
            <a:r>
              <a:t>The data is reasonably symmetric around the center.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32004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Q-Q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463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Points lie approximately along the reference line.</a:t>
            </a:r>
            <a:br/>
            <a:br/>
            <a:r>
              <a:t>Conclusion: data is approximately normally distributed.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166360"/>
            <a:ext cx="6675120" cy="713232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5239512"/>
            <a:ext cx="64008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Points close to line → Approximately Normal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Case 2: Data Too Peaked in the Middle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20040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509B"/>
                </a:solidFill>
              </a:defRPr>
            </a:pPr>
            <a:r>
              <a:t>Histogram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8463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Data is more concentrated around the center than a normal 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32004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E4646"/>
                </a:solidFill>
              </a:defRPr>
            </a:pPr>
            <a:r>
              <a:t>Q-Q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463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Points show a systematic deviation from the reference line.</a:t>
            </a:r>
            <a:br/>
            <a:br/>
            <a:r>
              <a:t>Conclusion: data is not normally distributed.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166360"/>
            <a:ext cx="8503920" cy="713232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5239512"/>
            <a:ext cx="82296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Deviation from the line can indicate differences in tail/shape behavior.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Case 3: Skewed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20040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Histogram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8463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Distribution has a long right tail → positive/right skewness.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32004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E4646"/>
                </a:solidFill>
              </a:defRPr>
            </a:pPr>
            <a:r>
              <a:t>Q-Q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463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Points curve away from the reference line.</a:t>
            </a:r>
            <a:br/>
            <a:br/>
            <a:r>
              <a:t>Conclusion: data is not normally distributed.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5166360"/>
            <a:ext cx="8138160" cy="713232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5239512"/>
            <a:ext cx="78638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Skewed Data → Q-Q points show systematic curvature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Q-Q Plot vs 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256032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Histogram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84632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Answers:</a:t>
            </a:r>
            <a:br/>
            <a:r>
              <a:t>“What does my data distribution look like?”</a:t>
            </a:r>
            <a:br/>
            <a:br/>
            <a:r>
              <a:t>Shows the shape of the actual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73152" cy="256032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007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Q-Q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76272"/>
            <a:ext cx="484632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Answers:</a:t>
            </a:r>
            <a:br/>
            <a:r>
              <a:t>“How closely does my data match a theoretical distribution?”</a:t>
            </a:r>
            <a:br/>
            <a:br/>
            <a:r>
              <a:t>Useful for checking normality.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846320"/>
            <a:ext cx="987552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91947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Histogram → Shape of data   |   Q-Q Plot → Comparison with theory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Q-Q Plot + Skewness + Kurtosis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</a:defRPr>
            </a:pPr>
            <a:r>
              <a:t>• Histogram → Understand the visual shape of the distribution.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</a:defRPr>
            </a:pPr>
            <a:r>
              <a:t>• Skewness → Measure asymmetry.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</a:defRPr>
            </a:pPr>
            <a:r>
              <a:t>• Kurtosis → Examine tail heaviness and shape differences.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</a:defRPr>
            </a:pPr>
            <a:r>
              <a:t>• Q-Q Plot → Check how well the data agrees with a theoretical normal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5166360"/>
            <a:ext cx="786384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5239512"/>
            <a:ext cx="7589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EDA: Histogram → Skewness → Kurtosis → Q-Q Plot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Python: Create a Normal Q-Q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417320"/>
            <a:ext cx="10149840" cy="3108960"/>
          </a:xfrm>
          <a:prstGeom prst="round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737360"/>
            <a:ext cx="95097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import scipy.stats as stats</a:t>
            </a:r>
            <a:br/>
            <a:r>
              <a:t>import matplotlib.pyplot as plt</a:t>
            </a:r>
            <a:br/>
            <a:br/>
            <a:r>
              <a:t>stats.probplot(df['column'], dist="norm", plot=plt)</a:t>
            </a:r>
            <a:br/>
            <a:r>
              <a:t>plt.show()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800600"/>
            <a:ext cx="315468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4800600"/>
            <a:ext cx="73152" cy="96012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4946904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Follow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422392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Approximately 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800600"/>
            <a:ext cx="315468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4800600"/>
            <a:ext cx="73152" cy="9601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4946904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E4646"/>
                </a:solidFill>
              </a:defRPr>
            </a:pPr>
            <a:r>
              <a:t>Curve 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422392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Likely non-normal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800600"/>
            <a:ext cx="315468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4800600"/>
            <a:ext cx="73152" cy="96012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4946904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Look for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422392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Systematic deviation matters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1. Q-Q = Quantile-Quantile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8463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Compares sample quantiles with theoretical quantiles.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14300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2. Main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463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Check whether data is approximately normally distributed.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73152" cy="11430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9352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3. Close to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8463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Points close to the reference line → approximately normal.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889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788920"/>
            <a:ext cx="73152" cy="11430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9352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E4646"/>
                </a:solidFill>
              </a:defRPr>
            </a:pPr>
            <a:r>
              <a:t>4. Curve 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10712"/>
            <a:ext cx="48463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Strong/systematic deviation → likely not normal.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160520"/>
            <a:ext cx="73152" cy="114300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068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509B"/>
                </a:solidFill>
              </a:defRPr>
            </a:pPr>
            <a:r>
              <a:t>5. Use with 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8463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Combine Q-Q plots with histogram, skewness and kurtosis.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1605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160520"/>
            <a:ext cx="73152" cy="11430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6. 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82312"/>
            <a:ext cx="48463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 Q-Q plot gives evidence about normality, not absolute proof.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5577840"/>
            <a:ext cx="9418320" cy="658368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54480" y="5650992"/>
            <a:ext cx="91440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Points follow the line → Normal-like   |   Points curve away → Not normal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Q-Q Plots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636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gosavi</cp:lastModifiedBy>
  <cp:revision>6</cp:revision>
  <dcterms:created xsi:type="dcterms:W3CDTF">2013-01-27T09:14:16Z</dcterms:created>
  <dcterms:modified xsi:type="dcterms:W3CDTF">2026-08-11T11:10:31Z</dcterms:modified>
  <cp:category/>
</cp:coreProperties>
</file>