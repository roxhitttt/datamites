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04A9-C8B8-A263-E174-C2833D22B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0D8AB-1712-59BC-B69E-26C5E0A38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2B289-B067-18B4-1D14-92BA9E6F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704C8-2B95-48C3-7F3A-B2DD9D09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D5BA8-70FE-B3BF-4907-272B79A1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57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E2EF-C525-E4D9-C268-3ED3F700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7345-D66E-B2E8-6157-E3F19EF43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A029A-B12A-A2F0-D57A-CB8FCD93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9DD2B-B4EE-C1E7-378E-CF5DF6ED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80509-2321-4C6D-9FCE-6B10D057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84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F74B-EE32-237C-2F3B-CD146EDB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568FE-A1FB-A826-AED9-10B70C2E2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314C0-F57B-BAAA-4865-283274DB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FBFF3-F486-58EC-3EDC-71A73277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CAE2E-1196-23BB-5FB1-C26FDC8F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38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E38E-E7DC-2F9E-F8FE-FFA1637A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23639-7B9C-4929-5949-CAED2A4B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22659-92A1-960F-15A8-8EE35BC3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EDD9D-3FDC-8CDE-D7FB-9ECA4709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AE1E9-3419-AFBF-AD8C-20578A84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449B8-07A3-36BB-6335-F3B7A111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21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B5D2-8ED0-19D5-3474-05FBD563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E4776-78EB-DEA6-07A5-9A23B035B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C202F-6BF6-8215-D7B7-91D48C65A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F9388-3908-4785-5563-8B3A60369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B8C71-E553-8DF9-5DC3-1B3A1D232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8F7F54-498D-B3E4-04C3-67CA46E6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FF4E9-1B00-49B4-CD1C-EC99728C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1B5F2-5990-2C19-EF9C-212F9850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04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47C27-EB78-4647-C577-37752B74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2DD7B-00D7-FD1F-459A-7197A039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300F6-803F-14E1-61B8-9BBF8640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2038-BA74-2461-E674-E626DDF9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9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2462B-69CF-DC9E-07F2-32C5DE498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3EE7F-7CFB-E534-6E32-692B2C09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C8EC3-186D-28A5-6828-5FB9B61E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51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61A1-DC08-A77D-13B8-E01E373E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2C12A-7677-17CA-71E9-B48633F5E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D348-D5AB-1100-83B0-E02595D81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19465-C68F-71F2-6FA8-1967DCCC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FE435-8073-CD1D-2283-F44F0F20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BE176-E88E-FB04-A1CA-754E3752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5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3D89-17FB-9626-60AE-9D6BDD84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D9362-7FD0-782B-1CDB-E76829FA1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3102C-B086-D9BE-E9B1-E9AA7A08E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D214B-43F1-0999-2DD1-B4EA8191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AF1A9-A275-99F2-9E4A-C16E69A5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BADA0-B367-CD94-5AC4-A6AF35AA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54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1F86-9A92-F056-5EA3-43DC5C66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F3660-274F-BCE5-7D7C-3A24F7656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E5C7-BD24-FA17-2616-5FD11C2C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D3A4F-94D1-0020-D174-DC540972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755E-0716-DF4C-C419-7C0727A4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74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D9B1D9-7C45-E448-5B01-7CE8C9ABF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E1BB6-46B5-C405-0C41-952A1279F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20CA9-B607-AAAB-50B5-B1E48B2E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D251D-2EAF-08CF-75F8-73215474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69CCC-64BD-435A-58C4-11116117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76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9EEBB-EB62-955F-119A-44AB0139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5760F-7978-A3B2-DAEE-1E46AB819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BE086-73BB-9428-9D64-F8539EDD1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D98CB-B411-4344-85F4-A88CA39C40C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162AA-1C72-6A2F-28A4-50F5A203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46DD6-A8FD-E73C-E11C-1DC1606A9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4E7AA-21BA-4CB3-88EC-6F64B8197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25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B823-6513-A171-1F5E-30611DF09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1953B-62FE-DAD5-04F8-69CBA7A64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77DC6-D730-38B0-A1D4-2A7A8701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80F1-1A4E-F0CC-3FD6-A9BA8590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4D0EE-B87B-67FC-97D0-8DF4D4EC6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AA5A6-9AC5-518C-45BC-164F4190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6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336D-8157-9B14-8FD1-DBB5BE80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BE42C-8527-4281-5895-2A7DC6636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11C2E-2AD7-6C6D-2D57-0586A6A8F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9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DDE9-FF45-4C9D-9D6C-5A13269B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712FB-6B8F-96ED-1CB8-6DC2699C0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3125D3-669A-0F29-9AA4-DB39D3E68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5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23F7-D06C-0271-FAB7-359557E1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E61F5-CB14-3D25-2910-CF3E20DF6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A2827-EDF8-ECF9-EDEA-F1E1E5D0B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8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55D6-FAC4-34FA-B233-A3C3E94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BC92-5156-54E4-243B-001D178B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0C333-27ED-4A5C-A7B9-AB0DFF9AC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267C-F175-F10A-3529-E0760F43F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921B2-021D-E85F-C9F6-52F445144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25389-D215-ACBA-FCA7-645CC0B6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17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ABC5C-0AAD-87B3-4570-5136D339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780C5-891E-B674-D844-F94815CB4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2CA25-128B-A6A7-E3AA-4C2F2C4DD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3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C688-7E84-BFC5-69A5-206A7DD3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02206-EDE8-4E2C-7C7E-7FAB0978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02430-73B6-BBF4-2253-7A91549B3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8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7BA05-ACDC-3564-0796-55CD2E75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D6D64-5C5E-95FD-E298-9FB40485B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14D55-01A8-A38C-35C4-EB21C70E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4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3EE7-609A-A610-4BC7-BF520451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293A5-FBE9-EA2E-FA51-3EEDCA119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B0020-0FE4-349E-F31C-467026598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05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59EE-B36A-ACC8-8622-F0C8E12A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4E6E-A9FC-E82B-C221-3B17B95A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3B1DB-32A7-D432-8AE3-27F7603C8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81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0A64C-6A1E-88B0-C797-8A0545A4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CA0DD-4CD3-EABF-440B-2EF416FDF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CDA91-576A-7439-6668-018B47671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7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8BB9-7D12-918C-9C89-3199E70C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99DDD-8493-9E68-5BDC-0664FB6B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B4F5E-5E9C-4E52-77D9-D0003D2AD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8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0067-8754-18A0-DC8D-C7499277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612EF-D8F3-2196-A80A-5AAD709B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96066-1A4C-AFDD-4C94-B225D81C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15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92F3-F23D-B57A-76DC-90E5CB68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E903-B06B-131C-22F3-9509BD175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BD1C8A-27FA-D6C6-8DAA-1A2FB78E5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28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6506-F9F2-0D73-A67E-BA3399AC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8B39-D4CC-B26C-AC4A-78BA841FF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50D52-5EA1-36F5-341C-89CF422A5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05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4C4A-743E-523A-9FC8-490B341A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30378-B78A-E55D-157D-5CD30F6B7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A5A49-1507-B51D-FB1C-AC502BFC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90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EA4E0-03A5-F18F-1004-60DB5502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4C75F-673E-F45F-20ED-1D8F0541D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53FC3-6793-DBFC-D6E5-FCAAE9EF8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47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E4D8-A7C9-E735-3689-DF4CEBEE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227A-E421-A22F-6CB1-882DB8E6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40F91-4CBF-A044-5512-E520855F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52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A502-A8BD-6EDD-317D-E2D4359F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11321-C383-F5A6-A086-965F63418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FC98A-5DBD-B2EA-2D0D-E97D673BE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1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</Words>
  <Application>Microsoft Office PowerPoint</Application>
  <PresentationFormat>Widescreen</PresentationFormat>
  <Paragraphs>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gosavi</dc:creator>
  <cp:lastModifiedBy>rohit gosavi</cp:lastModifiedBy>
  <cp:revision>25</cp:revision>
  <dcterms:created xsi:type="dcterms:W3CDTF">2026-08-17T18:37:45Z</dcterms:created>
  <dcterms:modified xsi:type="dcterms:W3CDTF">2026-08-17T21:09:46Z</dcterms:modified>
</cp:coreProperties>
</file>