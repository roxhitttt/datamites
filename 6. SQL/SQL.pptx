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1F9-6263-40FC-B25B-191CF8A42C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60F6DA-0CD8-4525-A4AD-9D898D4F73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C5B13-95EA-4F14-B4E0-0440D4A86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171C2-D4ED-48F0-908B-10D8D86E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EE906-1CC5-43A5-89AB-0F9B5F46B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5336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13C8D-6441-4529-8A5C-F963125BE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89E85-D5F2-4D97-8747-F47E28EAC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34D33C-E395-4B6E-B1BB-5F7E8CC31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64420-D0E1-4DE5-AFA1-E655BF42D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5B819-D80E-4027-BF68-025DC35F0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848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6230-4A09-4A8A-B9E1-8EC037CC6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6A00E-4FF3-446A-BC4B-293E035FF2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B629D1-D0E3-4129-9E56-4895B66C4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E20A70-3486-40B8-99CF-FFE23AF82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1D64B-8896-40A2-B028-A64D29C74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815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68847-4779-4BFF-9D4A-EC5D0892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A4A60-364B-4C6D-8F98-505695C113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A5F15-5003-45C0-A0B0-F67900DE1F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77239-4038-400B-9C79-C2F1B1A02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3E61F-CD82-41DC-9E05-3C7CBC1424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10EB5F-AFFE-498B-9F07-025A41F7F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745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3C523-235D-40EB-BB57-EBC0CC00D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81831-CF58-4386-88A7-B253F2598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B7DD17-06D8-49CE-A4D9-556935AF6A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A96B85-56CF-48C7-A6A1-DAD346E252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499474-8350-4FAC-A31B-DC2A429D80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A10340-382B-4E34-A1E5-C2A8C8903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7CBE8E-9B72-4C81-9296-AAEA02C9E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32E48D-49F1-4C59-854E-217FC195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0501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BF74F-4228-4CD5-9BB1-689156312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9C2606-5794-4D0C-AE5C-8838D6259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93A683-9915-4C8D-AF37-697B49FE2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BF368-0AAF-42D9-A5D3-9ECE6A94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857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87FBF-D328-4A3A-94CA-1A40DF61F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C97C49-19FD-48CB-88FD-6C28C1E30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6F0847-4B05-458F-9EC7-D72DD254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5548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202DF-543D-4488-A92E-A2417B6E7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2653-DD67-4880-8928-7FA5DF0CC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116FC8-7ECB-4D1F-8691-AB2047A4C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0847CF-6947-4D32-B642-E477AA47B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1D6701-112A-4584-A54B-5DB562B2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897A48-3008-4EE8-83A8-89A516A72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7382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F4EE-30F5-47DE-92E2-469C4F0863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C7BCDA-677F-43C9-86F8-E35ED79D2C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80453-E6E2-495F-9A78-2AB469AF14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1A4913-0E0F-4A13-B361-81D424776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F1663-56C2-4E96-9129-90089037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94911-C9E4-45EB-AE7C-4CF15BA22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2249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B0D5-EAF6-43EA-9707-32B6AEA66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C5E56-DD84-45D7-9AC5-93A12BC33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ABAFF9-1626-4FE1-AE49-BF085F5F8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6096A-BB3C-41C9-A0BF-11925F1B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0A86B4-A805-4FF0-86F9-66FCAACC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2742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9BCA5-2FF0-4BC2-BA01-CB1303854C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E851E-7ECF-4EED-9524-FADE7D178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D1094-A921-451D-AC0D-E44BEC65C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63B2EA-D7B6-4765-83FD-B0C7301FC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5A1A5-4A7D-4F17-8EA5-B8128F595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9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DFEF61-2902-432C-8411-6E779182C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4B65DA-4842-4409-B807-0F36BA202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A0AF5-EE3D-4C79-81DE-ED428471EA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958960-0710-4A50-B9ED-7F68311C72B6}" type="datetimeFigureOut">
              <a:rPr lang="en-IN" smtClean="0"/>
              <a:t>10-01-2026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24C5FE-BA56-4D5F-9FA3-0EB24D75BB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974737-A077-4E2A-86FC-444E393B4D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94B189-82C7-4163-A71E-170079AB0F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638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16F5175-0547-4831-8732-C5C6CCBD4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75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194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CB06C5-B2AF-4080-B883-BABE563ED1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878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416FFBA-2B3B-46A1-9C1E-238CD63DD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536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D38BF11-B1E5-4E0C-9A2C-86BDC768B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713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A3C7A7-E032-43E5-A6FC-A88285427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947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456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9129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7365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172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302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8103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21746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1897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643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9484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93390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021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7796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67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35072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75113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27886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768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acer</dc:creator>
  <cp:lastModifiedBy>acer</cp:lastModifiedBy>
  <cp:revision>2</cp:revision>
  <dcterms:created xsi:type="dcterms:W3CDTF">2026-01-10T10:46:41Z</dcterms:created>
  <dcterms:modified xsi:type="dcterms:W3CDTF">2026-01-10T10:59:15Z</dcterms:modified>
</cp:coreProperties>
</file>