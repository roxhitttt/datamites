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AA61-1889-00FE-ECAC-948E65E25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79BFC-4497-2DB5-5773-3F89D162C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965C9-08B1-1C8F-08B3-72A7A6A8C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24151-C829-3CA6-9876-FC5F8655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13271-5A04-DB6A-BFB0-5E6527D82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64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F0030-4AE3-9B9F-E3AE-3DA1CE68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11784-4A66-CD5E-FD58-6C2CE789A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8FC26-1FDE-3086-A7FA-86F95BC6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0A117-CE37-056A-DAE6-7945E54B4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4E59A-659C-A11D-7E39-D22CD83B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88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62C06-FBBD-21B9-104D-D2758B882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9B17B-819E-A9A8-817C-BBD316830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AFBCD-1AF5-5FC9-8F24-A6E2AF2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3A925-BA53-359F-4694-0DA1257B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BA7CC-49A3-1DF6-CC3B-5B8B5738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75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17CF-2C13-2372-D0A8-3FA3A1F6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2DDB3-E54B-AFAA-C5B9-EEA9AA577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6D345-F2B0-8732-F9D8-FF920786A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5BF37-40D2-558E-3111-3690E95D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8A0C0-8B57-8D1E-775C-6CA42293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41FF8-EB58-C3FD-FEF2-9F951B7D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4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828A-363A-DDBE-5C6F-9D07DB556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0B174-07D5-956F-29BD-87A13722A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4A636-084B-D022-1C69-281BE79EA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84338D-0703-0CE9-D67C-9302928F1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98468-19AB-3F5F-3020-F628B37C9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0FDDAA-6476-21DC-6ADC-18F199104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898476-E15B-BC9E-64DD-21651A88C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3D68DD-8600-40D8-3935-AC42F94A9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07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86CB-2727-E5A2-46D2-92F0689E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B6E29C-0D15-2D75-E9E6-617AA1A12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986D0-AB2E-C5E5-C4D9-093D61F36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4BBD-773B-0F3C-D8FD-275BEBF5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443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A4E98-18FD-E898-B9C8-E12612C63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C2957-DFB7-3C32-C488-E6CAA04EB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D21BE-53A3-C13D-E775-A904D153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171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0678-518A-9204-68B1-18ADB72D8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AACDF-215D-5ADC-DAF0-B4F61AA6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2E5FB-6AD7-7355-8AEA-045C8F374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3DBA3-E421-8C56-9595-C3F33C8C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19F8D-26EB-270F-B402-5CB9D097C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4305D-F8A0-183C-1BC8-1FD37F01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659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1231-9254-9BCD-15E3-EECB5D102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418D38-DB8E-A628-2023-65AFC5689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86464-35A3-72EF-5D11-4AE03901F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DA28F-5637-0205-D783-445ECC2C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F84FD-ECDE-522B-2D89-FC5E7661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B6949-E91C-049E-2106-E975DCCC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984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9B93-96B5-1F7A-D364-C3CE1E02F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48894-7730-DE1B-039C-D80854412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3F6D8-B1D3-B6C0-1DB3-17A70A10B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7AAF1-137F-8312-D86C-008D1DDF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8371F-03B5-C839-B786-5C6168E2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031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C36FF-8F34-9C42-46C5-01A02BDFF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E3CF4-60A3-19A7-7780-E10003036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0FC7D-6A08-2D98-F84D-D80385425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D173E-B9F1-31CE-081A-8D308E27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306CB-79C1-80E3-A192-496E0BF1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80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FA1B1E-388D-8253-3B70-807997890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013AE-0D8C-1148-1E2F-4FE6E669D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A708-5A77-DB4F-6010-FB7F74252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1ACDD-FB04-4890-A2F4-1A452CA0E73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AD00D-2711-AE18-0778-619727386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AA26-502D-1362-EE26-FAA32CDE3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09A3F-DF80-4F6C-A580-6B12A55C8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81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7A807-C398-674D-6902-A8271E90B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A3CE8-48DD-D687-2CFC-9EAF307277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95BAF-71F3-806B-4B6D-A1607DF9A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20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3AD5-8DA4-AD0A-B5E0-032A480E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70FE0-D58A-B13E-E662-CC53E7C1E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80603-D926-5B0D-FB5A-E0F827D4E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22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A2C78-C710-CBA9-059C-FCDA72411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8F5CC-C169-BB55-92F8-5D4D2F151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97CD5-43DC-757B-8920-B33E5197F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97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D1F18-FF5C-0FF0-97E9-E37ECBBF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14A47-4542-93E1-1105-04EEF9F71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C9777-5533-F2FB-918C-5094A3CFE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58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D0BB-ADCB-A340-70EF-9B85FDBEF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66DF7-8CCA-346D-6FAF-F0F7928AB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5BA25-007A-AB88-63E7-9DEC154D8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374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D918-DAAE-C1F0-A05A-54FAE03D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AA5D7-DD15-4036-F854-0FB7CD1C3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0FA4C-2FEA-EBC2-EDEF-5927A0B82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09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gosavi</dc:creator>
  <cp:lastModifiedBy>rohit gosavi</cp:lastModifiedBy>
  <cp:revision>8</cp:revision>
  <dcterms:created xsi:type="dcterms:W3CDTF">2026-08-18T13:04:47Z</dcterms:created>
  <dcterms:modified xsi:type="dcterms:W3CDTF">2026-08-18T13:23:04Z</dcterms:modified>
</cp:coreProperties>
</file>