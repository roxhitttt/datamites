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D8CE-4BE5-E5B8-7539-CDBCAE77A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7DF93-0F22-78FA-0115-C8F1B20A6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7B1A7-02A4-5C43-207A-3560CA3B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E0B13-DE7E-8EFA-5196-6015DFBA7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B19B-AF1F-74FA-D4DC-C01AA537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99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BD61-F899-F044-88FF-01D8AD46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5F1F5-17DD-DA2D-05CE-499B073D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E159-E534-CF7F-E2D8-4929AA59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84E74-D007-1C09-9AE9-2CA5C22E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206A0-4CFF-810B-FFB2-DAC02FFA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9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58D2-7D61-9525-69FC-518035BD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77837-F653-3149-E144-1B6445807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F235B-8827-56AD-6EB3-85131928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BCCB2-21CB-E1EE-FF1A-C62DBA6E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45925-CBBA-7D05-89FF-ADD99A68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64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29E5-40DB-1639-CFD4-64B80635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69BB-DB85-3A79-1AF5-46E88E638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D7205-3680-3643-9A35-A14582CE8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99AAB-E41A-C99D-B6B0-95CFAC05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1C266-80B6-6E93-62A3-6B11576C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29884-F054-308D-56A6-9CD8E585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08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F31B-6D32-4717-46DC-8F0EFCF9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2DB25-FDCB-32DB-2790-597965F31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78C81-E4E7-18A8-39A2-8E3A20223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CB81A-00E3-9607-FE92-C2AB0B8BB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1CD77-F67A-84C9-2AE2-53B079DBB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9D0C1-862E-00D3-AD0A-FB81AC1E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67190-7EF0-4DA1-28BF-52D0C936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0801C-0EC1-4E40-D7FC-E6C75350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9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628F-A504-72F9-6DA1-BBCA5BEC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4423B-089B-0C19-701F-30441ABB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5FF0-415F-C452-9E7E-9BA59891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A4917-C3EA-DE2F-B647-15D2A7C6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0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36DDF-6A07-A187-3CCE-931E5C98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DC346-6B8C-3E79-CDCE-755386A4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AB072-4B0D-3D01-A598-AC1C7C57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65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C0DD-31A8-08A1-ACC9-0AA4EA60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EFAA-2C00-AFE5-53AC-20DC736C5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835E3-817E-AED2-B407-5C1D7CA27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C50DC-E5FD-3056-65B2-E6A65DD1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9B135-289E-5D08-A3F0-A4FFAA58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5F1C9-1F0A-F83D-3AA6-BB4DA921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1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E115-23D0-1E6B-CBCB-C4D4ECDF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5F149-C88A-49F4-D780-C08905B4E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301D2-12A2-150D-4852-F5CC14FB8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9A3C5-8075-4D0A-03AC-4CB9C9E2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ED50C-C1A1-7401-0834-F7DBBD3A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00F0-BCE1-1842-5ECE-A14EEDC7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2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0655-1F0A-30F4-2C45-0D469DB2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57E2E-2221-5BCB-4838-B94684E9D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D2C05-8DE7-DF11-6FC6-89C31FB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98519-C051-BDE6-F858-2D7ABD4B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528D-981F-82F9-F1DA-8D04B7E7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8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1CD55-5302-61C9-27BA-B959597BE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2A2F0-E26F-5C4D-4D15-61A6D5670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5E8D2-530E-268C-F586-F81C83DD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FE41A-503E-F643-2A56-2021626A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87FA9-4561-BE0D-C378-78D53C6D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91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6ED23-F874-C4E0-A8FC-C9E22AC7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DB419-7AE7-9DEE-3057-7E429AD6C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9892E-C646-0F8A-ED52-218ED3D62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6463F-7A27-4236-B810-3462896AFF4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A5C7-FF5E-0813-11C8-B9D64FDBB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D311E-88C6-186B-15AB-E5D181A94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21DFB-2327-41CB-9D0B-1F05709C4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60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7179-04BC-618E-4ED1-6A6C180E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F0D1-784A-0F02-C28C-0AA640004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185EC-1D50-D793-29EA-CA5E0175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3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D5A3-699C-832A-8016-94756DC4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14AC-3DCA-27E8-2429-DAC873FDE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FDAB9-FB14-B782-3F52-A858F093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1BF92B-C65D-0566-C95E-8244D5003094}"/>
              </a:ext>
            </a:extLst>
          </p:cNvPr>
          <p:cNvSpPr txBox="1"/>
          <p:nvPr/>
        </p:nvSpPr>
        <p:spPr>
          <a:xfrm>
            <a:off x="8466803" y="5388570"/>
            <a:ext cx="2762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Principle Component analysis which is a technique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BD7DE-D6D0-0254-8B54-3C98E8B76C11}"/>
              </a:ext>
            </a:extLst>
          </p:cNvPr>
          <p:cNvSpPr txBox="1"/>
          <p:nvPr/>
        </p:nvSpPr>
        <p:spPr>
          <a:xfrm>
            <a:off x="10982632" y="4925961"/>
            <a:ext cx="1543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– nearest </a:t>
            </a:r>
            <a:r>
              <a:rPr lang="en-US" dirty="0" err="1"/>
              <a:t>neabours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93B23-465C-C15B-B11C-A86B1F659D49}"/>
              </a:ext>
            </a:extLst>
          </p:cNvPr>
          <p:cNvSpPr txBox="1"/>
          <p:nvPr/>
        </p:nvSpPr>
        <p:spPr>
          <a:xfrm>
            <a:off x="6714203" y="5480517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Support Vector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2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94C8-B909-BEAB-7FD0-F1F6BA94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61ADB-7DF6-2C9D-B62B-F9E9D4A24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91E36-A614-04AA-D80A-DB85BA33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B5BF2A-1C47-7EE7-51DD-A2D11777FD31}"/>
              </a:ext>
            </a:extLst>
          </p:cNvPr>
          <p:cNvSpPr txBox="1"/>
          <p:nvPr/>
        </p:nvSpPr>
        <p:spPr>
          <a:xfrm>
            <a:off x="6096000" y="2851354"/>
            <a:ext cx="3136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Feature engineering is a technique where we work we columns</a:t>
            </a:r>
          </a:p>
        </p:txBody>
      </p:sp>
    </p:spTree>
    <p:extLst>
      <p:ext uri="{BB962C8B-B14F-4D97-AF65-F5344CB8AC3E}">
        <p14:creationId xmlns:p14="http://schemas.microsoft.com/office/powerpoint/2010/main" val="154829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CD97-6B25-1B05-A244-B106194C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E1E44-EA46-03B3-FDEF-F51E5140A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E80312-C41F-A54E-E4BB-663B22A7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BBE0B5-0FBE-9479-21EC-3F9376DAE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0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102E-2156-90E5-BCDA-E5BAAD7C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5E6B-EE5F-7E73-FB09-AB767A75A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6DD10-1F67-811D-4AB3-CFFB6134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FFF5-804A-7A3E-3692-932671F5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4FAA7-D7A5-AFE2-D446-A6740012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B9B27-2F1A-54DE-4490-AAE795E30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3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46D3-56EF-CA09-9B53-712CF02A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5F5E0-29EC-9FAF-A63C-2356FF699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C7EAF-73A0-A5F6-5386-FB90261B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85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66B0-0250-D075-EB78-FEB9847F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5394-98A5-F87C-52AE-53D411CD0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C2352-4DC5-717A-7882-67344B9F2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8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9AB9-CBE4-78BE-0C24-248ECBFC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CAA7-2DA3-4047-521B-2608D56B7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1CED9-5016-AE86-53C6-5F829400E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7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98E6-B22A-EF9E-921D-9A05635A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EC6C-D175-54F5-6DA9-B30A72AED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BD84D-F0D4-2ED5-F967-C62FCAD5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23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F5EE-66C5-C370-E31E-7C80CA98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D610E-8B50-8380-4F73-2DB7BD434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A93BC-2575-6122-2C2D-510F9D12D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3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3493-2EEE-ADAB-6274-75199536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84C65-E98D-61B3-59AA-243AA55B4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296E7-A4B8-9178-EEB2-BE0E46A3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0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CFE7-205C-51CA-1881-C0B08464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9DBA-D9EC-8B2E-B3F6-F5952596F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EDBF3-E5EA-BD43-715B-E75371BAC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35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B12F-51F5-A287-B623-4FEE8933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4AE9-493E-BF59-00DD-7CA9E032C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DEE45-5030-BEB6-C27B-3D96A452F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05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EC61-A403-9A4F-2EA7-E9815F69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34DEB-BCBF-4440-9C3C-042459297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E240B-139A-737F-1247-3A278A44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81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0B7D-9D2C-6E3C-4643-3DA53AEB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Second Lecture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151B-44B0-C26E-1150-E063E5A99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53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1E26-D9D4-0885-8E60-DE90D28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ABD6F-F4EC-DF95-EE85-338D36E3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1B4CD-EAFA-C87D-3340-391FCB1D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F53D2-73B0-A876-4267-2DD6E42DDC80}"/>
              </a:ext>
            </a:extLst>
          </p:cNvPr>
          <p:cNvSpPr txBox="1"/>
          <p:nvPr/>
        </p:nvSpPr>
        <p:spPr>
          <a:xfrm>
            <a:off x="11149781" y="6176963"/>
            <a:ext cx="191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Boundary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683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5173-0870-03DD-3AB5-DA5C5687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A6F9-AF75-76A9-21E3-5F141E575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C4715-1427-AB59-F8E5-78BEAFA2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5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D0CA-E1A0-9BB2-4BDA-FB721110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CC0D-EEDE-1C63-B0F1-827FF21E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EDEF8-71EF-56C9-F40A-A3779386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7A1D05-5034-C942-6DFC-AF2C914A378A}"/>
              </a:ext>
            </a:extLst>
          </p:cNvPr>
          <p:cNvSpPr txBox="1"/>
          <p:nvPr/>
        </p:nvSpPr>
        <p:spPr>
          <a:xfrm>
            <a:off x="137652" y="4001294"/>
            <a:ext cx="65530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Nearest datapoints acting to the line l1 is called support vectors,</a:t>
            </a:r>
          </a:p>
          <a:p>
            <a:endParaRPr lang="en-IN" dirty="0"/>
          </a:p>
          <a:p>
            <a:r>
              <a:rPr lang="en-IN" dirty="0"/>
              <a:t>Now we calculate support vectors for each and every line</a:t>
            </a:r>
          </a:p>
          <a:p>
            <a:endParaRPr lang="en-IN" dirty="0"/>
          </a:p>
          <a:p>
            <a:r>
              <a:rPr lang="en-IN" dirty="0"/>
              <a:t>As line changes support </a:t>
            </a:r>
            <a:r>
              <a:rPr lang="en-IN"/>
              <a:t>vector changes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46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B1BD-E922-351C-3F3D-7128BB5A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D326-8237-353C-0199-C6F24D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90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58</Words>
  <Application>Microsoft Office PowerPoint</Application>
  <PresentationFormat>Widescreen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 Lecture SVM</vt:lpstr>
      <vt:lpstr>PowerPoint Presentation</vt:lpstr>
      <vt:lpstr>PowerPoint Presentation</vt:lpstr>
      <vt:lpstr>ear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gosavi</dc:creator>
  <cp:lastModifiedBy>rohit gosavi</cp:lastModifiedBy>
  <cp:revision>35</cp:revision>
  <dcterms:created xsi:type="dcterms:W3CDTF">2026-08-27T15:10:37Z</dcterms:created>
  <dcterms:modified xsi:type="dcterms:W3CDTF">2026-08-27T18:27:50Z</dcterms:modified>
</cp:coreProperties>
</file>